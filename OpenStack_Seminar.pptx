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94944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</a:rPr>
              <a:t>OPENSTACK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Cloud Infrastructure Platform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Cloud Computing Seminar  •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CLOUD COMPUTING?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</a:rPr>
              <a:t>Getting computing resources — servers, storage, networking — over the internet, on demand, paying only for what you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On-Demand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Resources available instantly — no waiting, no hardware procurement.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50876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Pay-As-You-Go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81051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Billed only for what you actually consume. No wasted capacity.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0876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Scalable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81051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Grow or shrink your infrastructure in minutes based on real load.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Accessible Anywhere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1927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All resources are accessed over the internet from any location.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1752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Managed for You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31927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Cloud provider handles hardware, maintenance, and failures.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1752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IaaS / PaaS / SaaS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31927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Infrastructure, Platform, or Software delivered as a service.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OPENSTACK?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OpenStack is open-source software that turns your own physical servers into a fully functional cloud — giving you virtual machines, storage, and networking on demand.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65960"/>
            <a:ext cx="6400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39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Open-Source &amp; Free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Licensed under Apache 2.0. No vendor fees. Anyone can download, modify, and deploy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9659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965960"/>
            <a:ext cx="6400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039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IaaS Platform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Infrastructure as a Service — provides virtual machines, storage, and networking.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965960"/>
            <a:ext cx="6400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039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Private Cloud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2677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Run on your own hardware. Your data never leaves your infrastructure.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363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36392"/>
            <a:ext cx="6400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095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Modular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4381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Made of independent components. Use only what you need.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1363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136392"/>
            <a:ext cx="6400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2095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AWS Compatible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4381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Supports AWS-compatible APIs. Apps built for AWS can run on OpenStack without changes.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1363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136392"/>
            <a:ext cx="6400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095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Global Community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4381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Backed by 500+ companies including Red Hat, IBM, Cisco, AT&amp;T, and Rackspace.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OBJECTIVES &amp; KEY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Build Any-Scale Cloud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From 5 servers to 50,000 — same software manages all.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031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Vendor Independence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No lock-in. Works with Dell, HP, Lenovo, or any standard hardware.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90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Interoperability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319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Talks to AWS, Azure, or other clouds via standard APIs.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9319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05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Open &amp; Free Forever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Governed by OpenStack Foundation, not a single vendor.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887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261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Compatibility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1490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AWS-compatible APIs — no rewriting apps when migrating to OpenStack.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103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031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176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404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Full control: firewalls, encryption, access control — all on your own hardware.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175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90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Real-time Visibility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319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Monitor CPU, memory, storage, and network usage per user in real time.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9319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005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Live Upgrades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Upgrade one component at a time — no full system downtime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OPENSTACK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50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INTERFACE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Horizon (Web Dashboard)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44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ORCHESTRATION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Heat  |  Ceilometer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39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COMPUTE &amp; STORAGE &amp; NETWORKING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26771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Nova  |  Glance  |  Cinder  |  Swift  |  Neutron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IDENTITY &amp; SECURITY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86207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Keystone (authenticates every request)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27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PHYSICAL INFRASTRUCTURE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4564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Your Servers  |  Storage Hardware  |  Network Switches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371600"/>
            <a:ext cx="0" cy="4572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1965960"/>
            <a:ext cx="0" cy="4572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2560320"/>
            <a:ext cx="0" cy="4572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154680"/>
            <a:ext cx="0" cy="4572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Every component sits on top of Keystone (identity) and communicates via REST APIs and message queues.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NOVA — Compute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EC2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Nova is the compute engine of OpenStack. It creates, manages, and terminates virtual machines (VMs) on demand across physical servers.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User requests a VM (OS, size, network)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Nova checks available physical servers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Nova tells the hypervisor (KVM/VMware) to create the VM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VM boots from image provided by Glance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VM is assigned to user — ready to use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Supports multiple hypervisors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0756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KVM, VMware, Xen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Schedules VMs across servers based on available resources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Manages VM lifecycle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6667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start, stop, pause, resize, terminate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EC2 (Elastic Compute Cloud)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GLANCE — Image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AMI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Glance is OpenStack's image registry. It stores and delivers VM images — pre-built OS snapshots — to Nova when a VM is being created.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Admin uploads OS image (Ubuntu, CentOS, Windows…)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Glance stores it in a backend (Swift / Ceph)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User requests a VM with Ubuntu 22.04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Nova asks Glance: 'give me Ubuntu 22.04 image'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Glance delivers the image → Nova boots the VM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Supports image formats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0756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QCOW2, VMDK, ISO, RAW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Acts as a central catalog — all images in one place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Stores images in Swift, Ceph, or local filesystem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AMI (Amazon Machine Image)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CINDER — Block Storage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EBS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Cinder provides persistent block storage volumes that attach to VMs like a hard disk. Data survives even if the VM is deleted.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User requests a 100 GB storage volume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Cinder creates volume from storage backend (LVM / Ceph)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Cinder attaches volume to the specified VM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VM sees it as a regular hard disk — reads &amp; writes normally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VM deleted? Volume still exists. Attach to any new VM.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Block storage = fixed-size chunks, directly accessible like HDD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Supports backends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28712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LVM (local), Ceph (distributed), NetApp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Ceph backend spreads data across multiple servers automatically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EBS (Elastic Block Store)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SWIFT — Object Storage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S3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Swift stores large unstructured data — files, images, backups, logs — as objects accessible via HTTP APIs. Not attached to VMs.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App sends HTTP PUT request with file to Swift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Swift stores file as an object with metadata + unique 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Swift automatically creates 3 replicas on different servers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App retrieves file anytime via HTTP GET using the unique URL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Even if 1 server crashes, 2 replicas still serve the file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Object = File + Metadata + Unique URL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Automatic 3× replication for fault tolerance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Scales to petabytes across thousands of servers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S3 (Simple Storage Service)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NEUTRON — Networking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VPC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Neutron creates and manages virtual networks, subnets, routers, and firewalls entirely in software — connecting all VMs to each other and the internet.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Admin creates a virtual network and subnet (e.g. 192.168.1.0/24)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Nova creates a VM and connects it to the network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Neutron assigns IP address (e.g. 192.168.1.10) to the VM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Admin creates a router connecting internal network to internet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Security groups (firewall rules) applied to control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Software-Defined Networking — no physical switches needed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Security Groups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28712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per-VM firewall rules for in/out traffic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Load Balancer as a Service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6667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distribute traffic across VMs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VPC (Virtual Private Cloud)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KEYSTONE — Identity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IAM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Keystone is the security gate of OpenStack. Every request to every component is authenticated and authorized by Keystone first.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User sends username &amp; password to Keystone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Keystone verifies credentials, issues a temporary TOKEN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User sends token with every request to Nova, Cinder, Neutron…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Each component validates the token with Keystone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Valid token → request processed. Invalid → rejected.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Users, Projects (tenants), Roles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0756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full access control model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Tokens are temporary — expire after a set time for security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Single directory for all OpenStack services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IAM (Identity and Access Management)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HORIZON —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AWS Console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Horizon is OpenStack's web-based GUI. It lets users and admins manage all resources through a browser — no command line needed.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User opens browser and logs into Horizon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User clicks 'Launch Instance' and selects image, size, network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Horizon sends API request to Nova behind the scenes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Nova creates the VM; Horizon shows status update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User manages volumes, networks, images from the same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Pure frontend — no logic of its own, calls other components' APIs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Role-based views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28712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Admin sees all; users see only their resources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Manage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6667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VMs, volumes, images, networks, users, billing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AWS Management Console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HEAT — Orchestration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CloudFormation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Heat automates the deployment of entire infrastructure from a single YAML template file — eliminating manual, step-by-step setup.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Engineer writes Heat template (YAML) describing full infra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Heat reads template, detects dependencies between resources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Heat creates network (Neutron) → VMs (Nova) → Storage (Cinder)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Resulting collection of resources = a Stack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Traffic spike? Heat auto-scales: adds VMs, removes when traffic drops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Infrastructure as Code — entire infra in one file, version-controlled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Stack = running infrastructure deployed from a template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Auto Scaling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6667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Ceilometer detects high CPU → Heat adds VMs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CloudFormation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CEILOMETER — Telemetry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AWS: CloudWatch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Ceilometer continuously collects resource usage data from all OpenStack components — enabling monitoring, alarms, and usage-based billing.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Agents run on each node, collecting usage every few 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Data sent to central collector (CPU %, memory, storage, network)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Stored in database (Gnocchi / MongoDB) per user per project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Alarm triggered if CPU crosses 90% → notifies Heat to scale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Billing system queries Ceilometer for exact usage → invoice generated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Measures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0756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CPU, RAM, disk I/O, network bytes per VM per user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Alarm system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8712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threshold breach triggers Heat auto-scaling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Enables pay-per-use billing on private clouds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CloudWatch + AWS Cost Explorer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OPTIONAL SERVICES (BIG TENT)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38912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Core components serve every organization. Optional services solve specific industry problems — enabled only when needed.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9903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Trove  (DBaaS)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2395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Auto-provisions MySQL, PostgreSQL, MongoDB instances on demand. No manual DB setup.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35808" y="1325880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35808" y="1325880"/>
            <a:ext cx="6400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39903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Sahara  (Big Data)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2968" y="1627632"/>
            <a:ext cx="2395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Deploys Hadoop/Spark clusters automatically. Used by research &amp; finance for big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51576" y="1325880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51576" y="1325880"/>
            <a:ext cx="6400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139903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Ironic  (Bare Metal)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88736" y="1627632"/>
            <a:ext cx="2395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Provisions actual physical servers — not VMs. For HPC, AI training, trading systems.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423160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423160"/>
            <a:ext cx="6400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9631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Designate  (DNS)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724912"/>
            <a:ext cx="2395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Auto-creates DNS records when VMs are created. Used by large cloud providers.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35808" y="2423160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35808" y="2423160"/>
            <a:ext cx="6400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249631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Barbican  (Key Mgmt)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72968" y="2724912"/>
            <a:ext cx="2395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Secure vault for encryption keys, SSL certs, passwords. Required by banks, hospitals.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51576" y="2423160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51576" y="2423160"/>
            <a:ext cx="6400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88736" y="249631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Zaqar  (Messaging)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88736" y="2724912"/>
            <a:ext cx="2395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Message queue between app components. Decouples microservices reliably.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520440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520440"/>
            <a:ext cx="64008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935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AMQP  (Internal MQ)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822192"/>
            <a:ext cx="23957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Protocol used internally by OpenStack components to communicate via RabbitMQ.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vs OPTIONAL —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CORE (everyone needs these)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43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Nova — Virtual Machines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17904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5453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Glance — OS Images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20240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9476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Cinder — Block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22576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3500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Swift — Object Storage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24912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523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Neutron — Networking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27248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154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Keystone — Identity &amp; Auth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29584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29584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35570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Horizon — Web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931920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959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Heat — Orchestration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34256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334256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43616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Ceilometer — Monitoring &amp; Billing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804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OPTIONAL (specific use cases)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115568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115568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1143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Trove — SaaS companies — automated databases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51790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517904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15453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Sahara — Research/Finance — big data clusters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1920240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920240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19476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Ironic — HPC, trading firms — bare metal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32257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322576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23500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Designate — Large providers — automated DNS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2724912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2724912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27523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Barbican — Banks/Hospitals — key management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12724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3127248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01184" y="3154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Zaqar — E-commerce/Telecom — message queue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3529584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0" y="3529584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01184" y="35570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AMQP — Internal component communication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42816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70832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98848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26864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82896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10912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1000" kern="0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888888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Nova  •  Glance  •  Cinder  •  Swift  •  Neutron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Keystone  •  Horizon  •  Heat  •  Ceilometer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OpenStack - Cloud Computing</dc:title>
  <dc:subject>PptxGenJS Presentation</dc:subject>
  <dc:creator>PptxGenJS</dc:creator>
  <cp:lastModifiedBy>PptxGenJS</cp:lastModifiedBy>
  <cp:revision>1</cp:revision>
  <dcterms:created xsi:type="dcterms:W3CDTF">2026-03-23T16:16:46Z</dcterms:created>
  <dcterms:modified xsi:type="dcterms:W3CDTF">2026-03-23T16:16:46Z</dcterms:modified>
</cp:coreProperties>
</file>