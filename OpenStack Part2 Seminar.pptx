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 KARTHICK.P" userId="b751b879c010d83b" providerId="LiveId" clId="{B625B1C3-40A0-4C77-AB8E-4466E8F86F65}"/>
    <pc:docChg chg="delSld">
      <pc:chgData name="VIJAY KARTHICK.P" userId="b751b879c010d83b" providerId="LiveId" clId="{B625B1C3-40A0-4C77-AB8E-4466E8F86F65}" dt="2026-03-30T09:54:28.628" v="0" actId="2696"/>
      <pc:docMkLst>
        <pc:docMk/>
      </pc:docMkLst>
      <pc:sldChg chg="del">
        <pc:chgData name="VIJAY KARTHICK.P" userId="b751b879c010d83b" providerId="LiveId" clId="{B625B1C3-40A0-4C77-AB8E-4466E8F86F65}" dt="2026-03-30T09:54:28.628" v="0" actId="2696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47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30152" y="-109728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286000"/>
            <a:ext cx="2743200" cy="2743200"/>
          </a:xfrm>
          <a:prstGeom prst="ellipse">
            <a:avLst/>
          </a:prstGeom>
          <a:solidFill>
            <a:srgbClr val="29B6F6">
              <a:alpha val="20000"/>
            </a:srgbClr>
          </a:solidFill>
          <a:ln w="12700">
            <a:solidFill>
              <a:srgbClr val="29B6F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SEMINAR  |  CLOUD COMPUTING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Operations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114800" cy="36576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Conceptual Architecture · Service Dependencies · Modes of Operations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from: Overview &amp; 9 Core Components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Architecture of OpenStack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solidFill>
            <a:srgbClr val="E3F2FD"/>
          </a:solidFill>
          <a:ln w="19050">
            <a:solidFill>
              <a:srgbClr val="29B6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expanded view of the OpenStack platform that shows the relationships among its different services and between the services and Virtual Machines (VMs). It's also called the 'magnified architecture' of OpenStack.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0233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54864" cy="74980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02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Relationships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768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each component depends on and communicates with others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40233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34640"/>
            <a:ext cx="54864" cy="74980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71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Ecosystem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co-exist and collaborate to produce a VM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40233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03320"/>
            <a:ext cx="54864" cy="74980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39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142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interact via REST APIs and privileged admin commands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0233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65960"/>
            <a:ext cx="54864" cy="7498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02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2768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can be turned ON or OFF based on the VM required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34640"/>
            <a:ext cx="40233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34640"/>
            <a:ext cx="54864" cy="7498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871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Dependencies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has hard dependencies and optional dependencies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703320"/>
            <a:ext cx="40233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703320"/>
            <a:ext cx="54864" cy="7498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739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0142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work together to deliver cloud services to users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Cross-Cutting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· Keystone · Ceilometer — shown at the top of the OpenStack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3657600"/>
          </a:xfrm>
          <a:prstGeom prst="rect">
            <a:avLst/>
          </a:prstGeom>
          <a:solidFill>
            <a:srgbClr val="1565C0"/>
          </a:solidFill>
          <a:ln w="254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7772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247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web-based UI for users &amp; admins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interaction with all OpenStack services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32841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 for the cloud 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98678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manage projects, users &amp; quotas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743200" cy="3657600"/>
          </a:xfrm>
          <a:prstGeom prst="rect">
            <a:avLst/>
          </a:prstGeom>
          <a:solidFill>
            <a:srgbClr val="4A148C"/>
          </a:solidFill>
          <a:ln w="254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97280"/>
            <a:ext cx="274320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1247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46120" y="1536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Service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authentication for all services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6700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users to accessible OpenStack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32841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tokens, roles &amp; service catalog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98678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depends on Keystone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1097280"/>
            <a:ext cx="2743200" cy="3657600"/>
          </a:xfrm>
          <a:prstGeom prst="rect">
            <a:avLst/>
          </a:prstGeom>
          <a:solidFill>
            <a:srgbClr val="004D40"/>
          </a:solidFill>
          <a:ln w="254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097280"/>
            <a:ext cx="2743200" cy="7772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1247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CEILOMETER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1536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the entire OpenStack cloud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6700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billing &amp; usage reporting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32841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scalability benchmarking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98678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all telemetry data for the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Services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OpenStack platform — each service has a distinct responsibility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737360"/>
          </a:xfrm>
          <a:prstGeom prst="rect">
            <a:avLst/>
          </a:prstGeom>
          <a:solidFill>
            <a:srgbClr val="F0F7FF"/>
          </a:solidFill>
          <a:ln w="1905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16052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563624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computing engine of OpenStack. Provisions and manages Virtual Machines using disk images. Depends on Keystone, Horizon, and Glance. Optional: Cinder, Neutron.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F0F7FF"/>
          </a:solidFill>
          <a:ln w="1905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4160520" cy="4572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789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Service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1563624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Hadoop images, provides image services to OpenStack, and allows retrieval and storage of disk images. Stores images in Swift.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1737360"/>
          </a:xfrm>
          <a:prstGeom prst="rect">
            <a:avLst/>
          </a:prstGeom>
          <a:solidFill>
            <a:srgbClr val="F0F7FF"/>
          </a:solidFill>
          <a:ln w="190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41605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9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8600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483864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reading service and storing data in the form of objects and files. All OpenStack components store data here, including job binaries.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4160520" cy="1737360"/>
          </a:xfrm>
          <a:prstGeom prst="rect">
            <a:avLst/>
          </a:prstGeom>
          <a:solidFill>
            <a:srgbClr val="F0F7FF"/>
          </a:solidFill>
          <a:ln w="1905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71800"/>
            <a:ext cx="4160520" cy="4572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99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8888" y="3483864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permanent block storage (volumes) to VMs. Also stores backup volumes in Swift. Essential for persistent data requirements.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Orchestration &amp; More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 that extend OpenStack's capabilities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160520" cy="4572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563624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network connectivity for VMs. Facilitates PXE Network for Ironic which fetches images via Glance. Depends on Keystone and Nova.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558B2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4160520" cy="45720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789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1563624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orchestration </a:t>
            </a:r>
            <a:r>
              <a:rPr lang="en-US" sz="11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component.Automatically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Manages resource requirements of cloud applications. Orchestrates clusters and coordinates all infrastructure needs.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416052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9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8600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483864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backup databases in Swift. Boots database instances via Nova. Provides database-as-a-service capabilities for cloud users.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4160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71800"/>
            <a:ext cx="4160520" cy="4572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99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8888" y="3483864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 simple means of providing a data processing framework to cloud users. Simplifies big data workloads on OpenStack.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Dependencies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4.14 — Each service's hard requirements and optional dependencies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0390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 (Compute)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Keystone, Horizon, Glance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Cinder, Neutron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  (Object Storage)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Cinder  (Block Storage)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Glance  (Image Service)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Swift, Keystone, Horizon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Neutron  (Network)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Keystone, Nova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Keystone  (Identity)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 (Dashboard)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FE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A38AE-1ADB-3E45-E3A5-B355F878F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01" y="0"/>
            <a:ext cx="78376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12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of Operation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 operates in two primary network modes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657600"/>
          </a:xfrm>
          <a:prstGeom prst="rect">
            <a:avLst/>
          </a:prstGeom>
          <a:solidFill>
            <a:srgbClr val="0D2137"/>
          </a:solidFill>
          <a:ln w="254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5943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services based on a central 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IPs hosted on the cloud controller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809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managed on cloud controller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478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set up and manage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network traffic flows through ONE node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931920" cy="3657600"/>
          </a:xfrm>
          <a:prstGeom prst="rect">
            <a:avLst/>
          </a:prstGeom>
          <a:solidFill>
            <a:srgbClr val="0A1F0F"/>
          </a:solidFill>
          <a:ln w="254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97280"/>
            <a:ext cx="393192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43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HOST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18470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compute node has a copy of the network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41401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act as individual Internet gateways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9809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IPs hosted on each compute node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5478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on each compute node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4114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unique public IP per compute node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Host vs Multi Host — Comparison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0965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compute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compute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compute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Tolerance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single point of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distributed across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IP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for cloud 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compute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complex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system fails if controller fails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affected node goes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730</Words>
  <Application>Microsoft Office PowerPoint</Application>
  <PresentationFormat>On-screen Show (16:9)</PresentationFormat>
  <Paragraphs>140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OpenStack Architecture &amp; Operations</dc:title>
  <dc:subject>PptxGenJS Presentation</dc:subject>
  <dc:creator>PptxGenJS</dc:creator>
  <cp:lastModifiedBy>VIJAY KARTHICK.P</cp:lastModifiedBy>
  <cp:revision>3</cp:revision>
  <dcterms:created xsi:type="dcterms:W3CDTF">2026-03-24T02:59:18Z</dcterms:created>
  <dcterms:modified xsi:type="dcterms:W3CDTF">2026-04-01T01:33:41Z</dcterms:modified>
</cp:coreProperties>
</file>